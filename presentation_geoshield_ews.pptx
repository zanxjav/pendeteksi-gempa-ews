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SLIDE 01  //  ARSITEKTUR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Gambaran Arsitektur Web GIS &amp; IoT GeoShield 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Arial"/>
              </a:defRPr>
            </a:pPr>
            <a:r>
              <a:t>Integrasi Holistik antara Web GIS Dashboard, Backend Django, dan Edge Node ESP32-C3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2962656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🌐 Frontend Web GIS (Leaflet.js)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Peta Interaktif GIS: Menggunakan Leaflet.js dengan basemap OpenStreetMap &amp; citra Google Satellite untuk visualisasi spasial real-time.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Multi-Layer Kebencanaan: Menampilkan zona rawan gempa, jalur sesar aktif, ketinggian muka air banjir, dan sebaran sensor.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Live Seismograph &amp; Charts: Render gelombang seismograf getaran tanah via HTML5 Canvas (60 FPS) dan grafik sensor interaktif.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0288" y="2011680"/>
            <a:ext cx="2962656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⚙️ Backend Django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Core Framework: Menangani arsitektur MVT/MVC, routing REST API, serta manajemen session dan autentikasi pengguna.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Database Relasional: Menyimpan profil stasiun sensor (SensorStation), riwayat log telemetri (TelemetryRecord), dan riwayat peringatan bencana.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Automated Processing: Algoritma cerdas yang menghitung magnitudo gempa, estimasi skala MMI, dan status siaga bencana secara otomatis.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2011680"/>
            <a:ext cx="296265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📡 Perangkat Edge Node (ESP32-C3)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Multi-Sensor Station: Terhubung ke sensor MPU6050 (PGA), Ultrasonic (Muka Air), Rain Drop Sensor, dan TDS Meter (Kualitas Air).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Komunikasi Nirkabel: Dilengkapi modul WiFi berdaya 11 dBm untuk koneksi web dan Bluetooth HC-06 untuk konfigurasi offline.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Dual Connection: Mendukung pengiriman telemetri ke server web sekaligus menyediakan WebServer internal lokal (port 80).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GeoShield EWS — Sistem Informasi Geografis &amp; Early Warning System Berbasis IoT ESP32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SLIDE 02  //  REST API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Dokumentasi Endpoint REST API Web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Arial"/>
              </a:defRPr>
            </a:pPr>
            <a:r>
              <a:t>Katalog Endpoint Django untuk Komunikasi Data Mesin (M2M) dan Antarmuka Pengguna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2962656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📥 Ingestion Telemetri: POST /api/telemetry/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Menerima Telemetri Sensor: Menerima payload JSON dari ESP32 mencakup PGA getaran, kedalaman air, analog hujan, dan nilai TDS air.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Auto-Calculate Metrik: Server langsung mengonversi PGA ke satuan Gal, menentukan magnitudo Richter, skala MMI (I - VI+), dan status kebencanaan.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Auto-Update Koordinat: Jika ESP32 mengirim data latitude/longitude baru, koordinat stasiun pada peta otomatis diperbarui.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0288" y="2011680"/>
            <a:ext cx="2962656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📊 Data Feed: GET /api/telemetry/ &amp; /latest/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Histori Telemetri (GET /api/telemetry/): Mengembalikan 30 data rekaman sensor terbaru untuk plotting grafik riwayat tren.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Realtime Feed (GET /api/telemetry/latest/): Polling kilat 1 data terbaru untuk memperbarui indikator gauge dashboard secara efisien.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Export Data (GET /api/telemetry/export/): Menghasilkan file CSV berisi timestamp, tipe sensor, dan status untuk kebutuhan analisis.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2011680"/>
            <a:ext cx="296265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🌍 BMKG Live Proxy: GET /api/bmkg/feed/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Bypass Kendala CORS: Backend bertindak sebagai proxy aman yang mengambil data feed gempa terkini dari BMKG dan USGS.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Normalisasi Data: Menyelaraskan format gempa bumi regional Indonesia sebelum disuntikkan ke marker gempa pada peta Leaflet.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Early Warning Feeds: Menampilkan notifikasi seketika jika terjadi gempa berkekuatan M &gt; 5.0 di wilayah sekitar Sumatera &amp; Lampung.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GeoShield EWS — Sistem Informasi Geografis &amp; Early Warning System Berbasis IoT ESP32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SLIDE 03  //  HARDWARE TO WEB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Alur Pengiriman Data: Dari ESP32 ke Web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Arial"/>
              </a:defRPr>
            </a:pPr>
            <a:r>
              <a:t>Transmisi Telemetri Real-Time melalui Protokol HTTP REST Menggunakan Format JSON Standar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2962656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📦 Struktur Payload JSON ESP32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Identitas: station_id ('ST-01-ESP32'), nama posko, dan koordinat GPS (lat: -5.3582, lng: 105.3146).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Data Seismik: Nilai percepatan tanah PGA (g), percepatan Gal (cm/s²), dan frekuensi getaran gelombang seismik (Hz).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Multi-Parameter: Ketinggian muka air (cm) deteksi banjir, intensitas curah hujan (mm/jam), serta TDS kualitas air (ppm).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0288" y="2011680"/>
            <a:ext cx="2962656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🚀 Mekanisme Transmisi HTTPClient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Protokol HTTP POST: ESP32 memanfaatkan library HTTPClient.h dengan target URL web backend yang dapat dikonfigurasi.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Interval Terjadwal: Pengiriman data dilakukan periodik setiap 3000 ms (3 detik) saat status WiFi terverifikasi WL_CONNECTED.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Handshake &amp; Response: Server merespons dengan HTTP 201 Created dan record_id; ESP32 mencatat log berhasil ke Serial &amp; HC-06.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2011680"/>
            <a:ext cx="296265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🛡️ Keandalan &amp; Error Handling Transmisi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Non-Blocking WiFi Loop: Status WiFi dikelola menggunakan State Machine (IDLE -&gt; CONNECTING -&gt; CONNECTED).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Auto-Reconnection: Jika koneksi WiFi terputus, siklus loop otomatis mendeteksi status dan mencoba reconnect tanpa hang.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Timeout Protection: Timeout koneksi dibatasi 10 detik guna mencegah mikrokontroler membeku (freezing) saat sinyal lemah.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GeoShield EWS — Sistem Informasi Geografis &amp; Early Warning System Berbasis IoT ESP32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SLIDE 04  //  WEB TO HARDWARE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Koneksi Web ke ESP32: Kontrol &amp; Provisioning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Arial"/>
              </a:defRPr>
            </a:pPr>
            <a:r>
              <a:t>Tiga Kanal Komunikasi Langsung dari Antarmuka Web Browser Menuju Mikrokontroler ESP32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2962656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🌐 1. Local WebServer Port 80 (WiFi / 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Embedded Web Server: ESP32 menjalankan WebServer di port 80 dengan header CORS (Access-Control-Allow-Origin: *).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Endpoint Lokal: Menyediakan /api/status (info WiFi &amp; RSSI), /api/telemetry (data sensor), dan /api/logs (terminal log).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Direct Command (/api/cmd?q=...): Browser dapat mengirim perintah jarak jauh seperti cek status atau restart perangkat.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0288" y="2011680"/>
            <a:ext cx="2962656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🔌 2. Web Serial API (Chrome/Edge Laptop)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Akses Port Serial Langsung: Browser di PC/Laptop dapat membuka port COM USB atau Bluetooth Serial langsung tanpa driver khusus.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Komunikasi Dua Arah: Baudrate 9600 bps, membaca log UART serial dan mengirimkan perintah langsung dari terminal UI web.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Bebas Instalasi Software: Tidak memerlukan Arduino Serial Monitor atau PuTTY, seluruh interaksi terjadi di tab browser.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2011680"/>
            <a:ext cx="296265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📶 3. Web Bluetooth API &amp; Modul HC-06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Koneksi Nirkabel Bluetooth: Web browser menghubungkan modul HC-06 melalui layanan Bluetooth SPP/UART secara wireless.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Format Perintah WiFi Provisioning: Web mengirim 'set:SSID,PASSWORD' untuk menyimpan kredensial ke flash memory ESP32.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Fallback SoftAP: Jika WiFi belum terkonfigurasi, ESP32 memancarkan WiFi AP 'ESP32-C3-EWS' agar HP dapat mengakses halaman setup.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GeoShield EWS — Sistem Informasi Geografis &amp; Early Warning System Berbasis IoT ESP32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SLIDE 05  //  SECURITY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Keamanan, Keandalan &amp; Otomasi Peringatan Dini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Arial"/>
              </a:defRPr>
            </a:pPr>
            <a:r>
              <a:t>Fondasi Robustness Sistem untuk Menjamin Kesiapsiagaan Menghadapi Bencana Gempa &amp; Banjir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2962656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💾 Penyimpanan Flash Non-Volatile (NVS)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Library Preferences.h: SSID dan password WiFi tersimpan aman pada partisi flash NVS ('wifi_cfg').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Power-Loss Immune: Konfigurasi tidak hilang meskipun suplai listrik padam mendadak atau ESP32 di-restart.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Pembersihan Mudah: Perintah 'hapus wifi' atau endpoint POST /api/wifi memungkinkan reset konfigurasi secara instan.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0288" y="2011680"/>
            <a:ext cx="296265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🚨 Audio-Visual EWS Alarm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Deteksi Ambang Batas Otomatis: Web memicu status SIAGA/AWAS jika getaran PGA melampaui 0.05g atau Muka Air &gt; 100cm.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Peringatan Audio Multitonal: Sirine darurat berbasis Web Audio API langsung berbunyi di browser petugas saat bahaya terdeteksi.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Modal Peringatan Evakuasi: Muncul dialog darurat interaktif lengkap dengan panduan mitigasi dan titik evakuasi terdekat.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828800"/>
            <a:ext cx="3328416" cy="4389120"/>
          </a:xfrm>
          <a:prstGeom prst="roundRect">
            <a:avLst/>
          </a:prstGeom>
          <a:solidFill>
            <a:srgbClr val="131F42"/>
          </a:solidFill>
          <a:ln w="19050">
            <a:solidFill>
              <a:srgbClr val="223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2011680"/>
            <a:ext cx="2962656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103120"/>
            <a:ext cx="29626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🔒 Arsitektur Keamanan &amp; Skalabilitas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788920"/>
            <a:ext cx="30540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Proteksi M2M IoT: Endpoint telemetri dilindungi dengan verifikasi skema JSON dan penanganan CSRF yang disesuaikan untuk IoT.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CORS Header Terkendali: Memastikan data sensor aman diakses oleh web dashboard resmi dan aplikasi mobile pendukung.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Multi-Station Architecture: Struktur database mendukung skalabilitas banyak stasiun sensor (multi-node) di berbagai penjuru wilayah.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GeoShield EWS — Sistem Informasi Geografis &amp; Early Warning System Berbasis IoT ESP32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